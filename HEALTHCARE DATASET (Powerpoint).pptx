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kunmuyide Emmanuel" userId="e1b62e0b8609d487" providerId="LiveId" clId="{B653146C-BB23-421D-8639-D190250E257A}"/>
    <pc:docChg chg="modSld modMainMaster">
      <pc:chgData name="Okunmuyide Emmanuel" userId="e1b62e0b8609d487" providerId="LiveId" clId="{B653146C-BB23-421D-8639-D190250E257A}" dt="2025-05-08T10:43:29.981" v="25"/>
      <pc:docMkLst>
        <pc:docMk/>
      </pc:docMkLst>
      <pc:sldChg chg="modTransition">
        <pc:chgData name="Okunmuyide Emmanuel" userId="e1b62e0b8609d487" providerId="LiveId" clId="{B653146C-BB23-421D-8639-D190250E257A}" dt="2025-05-08T10:43:29.981" v="25"/>
        <pc:sldMkLst>
          <pc:docMk/>
          <pc:sldMk cId="2250346967" sldId="256"/>
        </pc:sldMkLst>
      </pc:sldChg>
      <pc:sldChg chg="modTransition">
        <pc:chgData name="Okunmuyide Emmanuel" userId="e1b62e0b8609d487" providerId="LiveId" clId="{B653146C-BB23-421D-8639-D190250E257A}" dt="2025-05-08T10:43:29.981" v="25"/>
        <pc:sldMkLst>
          <pc:docMk/>
          <pc:sldMk cId="274947956" sldId="257"/>
        </pc:sldMkLst>
      </pc:sldChg>
      <pc:sldChg chg="modTransition">
        <pc:chgData name="Okunmuyide Emmanuel" userId="e1b62e0b8609d487" providerId="LiveId" clId="{B653146C-BB23-421D-8639-D190250E257A}" dt="2025-05-08T10:43:29.981" v="25"/>
        <pc:sldMkLst>
          <pc:docMk/>
          <pc:sldMk cId="2746850872" sldId="258"/>
        </pc:sldMkLst>
      </pc:sldChg>
      <pc:sldChg chg="modTransition">
        <pc:chgData name="Okunmuyide Emmanuel" userId="e1b62e0b8609d487" providerId="LiveId" clId="{B653146C-BB23-421D-8639-D190250E257A}" dt="2025-05-08T10:43:29.981" v="25"/>
        <pc:sldMkLst>
          <pc:docMk/>
          <pc:sldMk cId="2189207401" sldId="259"/>
        </pc:sldMkLst>
      </pc:sldChg>
      <pc:sldChg chg="modTransition">
        <pc:chgData name="Okunmuyide Emmanuel" userId="e1b62e0b8609d487" providerId="LiveId" clId="{B653146C-BB23-421D-8639-D190250E257A}" dt="2025-05-08T10:43:29.981" v="25"/>
        <pc:sldMkLst>
          <pc:docMk/>
          <pc:sldMk cId="2257075309" sldId="260"/>
        </pc:sldMkLst>
      </pc:sldChg>
      <pc:sldMasterChg chg="modTransition modSldLayout">
        <pc:chgData name="Okunmuyide Emmanuel" userId="e1b62e0b8609d487" providerId="LiveId" clId="{B653146C-BB23-421D-8639-D190250E257A}" dt="2025-05-08T10:43:29.981" v="25"/>
        <pc:sldMasterMkLst>
          <pc:docMk/>
          <pc:sldMasterMk cId="88599626" sldId="2147483660"/>
        </pc:sldMasterMkLst>
        <pc:sldLayoutChg chg="modTransition">
          <pc:chgData name="Okunmuyide Emmanuel" userId="e1b62e0b8609d487" providerId="LiveId" clId="{B653146C-BB23-421D-8639-D190250E257A}" dt="2025-05-08T10:43:29.981" v="25"/>
          <pc:sldLayoutMkLst>
            <pc:docMk/>
            <pc:sldMasterMk cId="88599626" sldId="2147483660"/>
            <pc:sldLayoutMk cId="2255131864" sldId="2147483661"/>
          </pc:sldLayoutMkLst>
        </pc:sldLayoutChg>
        <pc:sldLayoutChg chg="modTransition">
          <pc:chgData name="Okunmuyide Emmanuel" userId="e1b62e0b8609d487" providerId="LiveId" clId="{B653146C-BB23-421D-8639-D190250E257A}" dt="2025-05-08T10:43:29.981" v="25"/>
          <pc:sldLayoutMkLst>
            <pc:docMk/>
            <pc:sldMasterMk cId="88599626" sldId="2147483660"/>
            <pc:sldLayoutMk cId="251906778" sldId="2147483662"/>
          </pc:sldLayoutMkLst>
        </pc:sldLayoutChg>
        <pc:sldLayoutChg chg="modTransition">
          <pc:chgData name="Okunmuyide Emmanuel" userId="e1b62e0b8609d487" providerId="LiveId" clId="{B653146C-BB23-421D-8639-D190250E257A}" dt="2025-05-08T10:43:29.981" v="25"/>
          <pc:sldLayoutMkLst>
            <pc:docMk/>
            <pc:sldMasterMk cId="88599626" sldId="2147483660"/>
            <pc:sldLayoutMk cId="2158315210" sldId="2147483663"/>
          </pc:sldLayoutMkLst>
        </pc:sldLayoutChg>
        <pc:sldLayoutChg chg="modTransition">
          <pc:chgData name="Okunmuyide Emmanuel" userId="e1b62e0b8609d487" providerId="LiveId" clId="{B653146C-BB23-421D-8639-D190250E257A}" dt="2025-05-08T10:43:29.981" v="25"/>
          <pc:sldLayoutMkLst>
            <pc:docMk/>
            <pc:sldMasterMk cId="88599626" sldId="2147483660"/>
            <pc:sldLayoutMk cId="1311168697" sldId="2147483664"/>
          </pc:sldLayoutMkLst>
        </pc:sldLayoutChg>
        <pc:sldLayoutChg chg="modTransition">
          <pc:chgData name="Okunmuyide Emmanuel" userId="e1b62e0b8609d487" providerId="LiveId" clId="{B653146C-BB23-421D-8639-D190250E257A}" dt="2025-05-08T10:43:29.981" v="25"/>
          <pc:sldLayoutMkLst>
            <pc:docMk/>
            <pc:sldMasterMk cId="88599626" sldId="2147483660"/>
            <pc:sldLayoutMk cId="307364432" sldId="2147483665"/>
          </pc:sldLayoutMkLst>
        </pc:sldLayoutChg>
        <pc:sldLayoutChg chg="modTransition">
          <pc:chgData name="Okunmuyide Emmanuel" userId="e1b62e0b8609d487" providerId="LiveId" clId="{B653146C-BB23-421D-8639-D190250E257A}" dt="2025-05-08T10:43:29.981" v="25"/>
          <pc:sldLayoutMkLst>
            <pc:docMk/>
            <pc:sldMasterMk cId="88599626" sldId="2147483660"/>
            <pc:sldLayoutMk cId="1409357246" sldId="2147483666"/>
          </pc:sldLayoutMkLst>
        </pc:sldLayoutChg>
        <pc:sldLayoutChg chg="modTransition">
          <pc:chgData name="Okunmuyide Emmanuel" userId="e1b62e0b8609d487" providerId="LiveId" clId="{B653146C-BB23-421D-8639-D190250E257A}" dt="2025-05-08T10:43:29.981" v="25"/>
          <pc:sldLayoutMkLst>
            <pc:docMk/>
            <pc:sldMasterMk cId="88599626" sldId="2147483660"/>
            <pc:sldLayoutMk cId="1567058438" sldId="2147483667"/>
          </pc:sldLayoutMkLst>
        </pc:sldLayoutChg>
        <pc:sldLayoutChg chg="modTransition">
          <pc:chgData name="Okunmuyide Emmanuel" userId="e1b62e0b8609d487" providerId="LiveId" clId="{B653146C-BB23-421D-8639-D190250E257A}" dt="2025-05-08T10:43:29.981" v="25"/>
          <pc:sldLayoutMkLst>
            <pc:docMk/>
            <pc:sldMasterMk cId="88599626" sldId="2147483660"/>
            <pc:sldLayoutMk cId="3558249734" sldId="2147483668"/>
          </pc:sldLayoutMkLst>
        </pc:sldLayoutChg>
        <pc:sldLayoutChg chg="modTransition">
          <pc:chgData name="Okunmuyide Emmanuel" userId="e1b62e0b8609d487" providerId="LiveId" clId="{B653146C-BB23-421D-8639-D190250E257A}" dt="2025-05-08T10:43:29.981" v="25"/>
          <pc:sldLayoutMkLst>
            <pc:docMk/>
            <pc:sldMasterMk cId="88599626" sldId="2147483660"/>
            <pc:sldLayoutMk cId="1733717096" sldId="2147483669"/>
          </pc:sldLayoutMkLst>
        </pc:sldLayoutChg>
        <pc:sldLayoutChg chg="modTransition">
          <pc:chgData name="Okunmuyide Emmanuel" userId="e1b62e0b8609d487" providerId="LiveId" clId="{B653146C-BB23-421D-8639-D190250E257A}" dt="2025-05-08T10:43:29.981" v="25"/>
          <pc:sldLayoutMkLst>
            <pc:docMk/>
            <pc:sldMasterMk cId="88599626" sldId="2147483660"/>
            <pc:sldLayoutMk cId="4176726269" sldId="2147483670"/>
          </pc:sldLayoutMkLst>
        </pc:sldLayoutChg>
        <pc:sldLayoutChg chg="modTransition">
          <pc:chgData name="Okunmuyide Emmanuel" userId="e1b62e0b8609d487" providerId="LiveId" clId="{B653146C-BB23-421D-8639-D190250E257A}" dt="2025-05-08T10:43:29.981" v="25"/>
          <pc:sldLayoutMkLst>
            <pc:docMk/>
            <pc:sldMasterMk cId="88599626" sldId="2147483660"/>
            <pc:sldLayoutMk cId="3700627393" sldId="2147483671"/>
          </pc:sldLayoutMkLst>
        </pc:sldLayoutChg>
        <pc:sldLayoutChg chg="modTransition">
          <pc:chgData name="Okunmuyide Emmanuel" userId="e1b62e0b8609d487" providerId="LiveId" clId="{B653146C-BB23-421D-8639-D190250E257A}" dt="2025-05-08T10:43:29.981" v="25"/>
          <pc:sldLayoutMkLst>
            <pc:docMk/>
            <pc:sldMasterMk cId="88599626" sldId="2147483660"/>
            <pc:sldLayoutMk cId="4226743436" sldId="2147483672"/>
          </pc:sldLayoutMkLst>
        </pc:sldLayoutChg>
        <pc:sldLayoutChg chg="modTransition">
          <pc:chgData name="Okunmuyide Emmanuel" userId="e1b62e0b8609d487" providerId="LiveId" clId="{B653146C-BB23-421D-8639-D190250E257A}" dt="2025-05-08T10:43:29.981" v="25"/>
          <pc:sldLayoutMkLst>
            <pc:docMk/>
            <pc:sldMasterMk cId="88599626" sldId="2147483660"/>
            <pc:sldLayoutMk cId="48681362" sldId="2147483673"/>
          </pc:sldLayoutMkLst>
        </pc:sldLayoutChg>
        <pc:sldLayoutChg chg="modTransition">
          <pc:chgData name="Okunmuyide Emmanuel" userId="e1b62e0b8609d487" providerId="LiveId" clId="{B653146C-BB23-421D-8639-D190250E257A}" dt="2025-05-08T10:43:29.981" v="25"/>
          <pc:sldLayoutMkLst>
            <pc:docMk/>
            <pc:sldMasterMk cId="88599626" sldId="2147483660"/>
            <pc:sldLayoutMk cId="1798363380" sldId="2147483674"/>
          </pc:sldLayoutMkLst>
        </pc:sldLayoutChg>
        <pc:sldLayoutChg chg="modTransition">
          <pc:chgData name="Okunmuyide Emmanuel" userId="e1b62e0b8609d487" providerId="LiveId" clId="{B653146C-BB23-421D-8639-D190250E257A}" dt="2025-05-08T10:43:29.981" v="25"/>
          <pc:sldLayoutMkLst>
            <pc:docMk/>
            <pc:sldMasterMk cId="88599626" sldId="2147483660"/>
            <pc:sldLayoutMk cId="1015560434" sldId="2147483675"/>
          </pc:sldLayoutMkLst>
        </pc:sldLayoutChg>
        <pc:sldLayoutChg chg="modTransition">
          <pc:chgData name="Okunmuyide Emmanuel" userId="e1b62e0b8609d487" providerId="LiveId" clId="{B653146C-BB23-421D-8639-D190250E257A}" dt="2025-05-08T10:43:29.981" v="25"/>
          <pc:sldLayoutMkLst>
            <pc:docMk/>
            <pc:sldMasterMk cId="88599626" sldId="2147483660"/>
            <pc:sldLayoutMk cId="3515458073" sldId="2147483676"/>
          </pc:sldLayoutMkLst>
        </pc:sldLayoutChg>
        <pc:sldLayoutChg chg="modTransition">
          <pc:chgData name="Okunmuyide Emmanuel" userId="e1b62e0b8609d487" providerId="LiveId" clId="{B653146C-BB23-421D-8639-D190250E257A}" dt="2025-05-08T10:43:29.981" v="25"/>
          <pc:sldLayoutMkLst>
            <pc:docMk/>
            <pc:sldMasterMk cId="88599626" sldId="2147483660"/>
            <pc:sldLayoutMk cId="978210159" sldId="214748367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BDE213D-A462-497B-9E39-3669A48042F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5D6698DB-2AE0-4F45-943C-B408A8F71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131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213D-A462-497B-9E39-3669A48042F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98DB-2AE0-4F45-943C-B408A8F71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06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213D-A462-497B-9E39-3669A48042F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98DB-2AE0-4F45-943C-B408A8F71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315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213D-A462-497B-9E39-3669A48042F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98DB-2AE0-4F45-943C-B408A8F71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168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213D-A462-497B-9E39-3669A48042F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98DB-2AE0-4F45-943C-B408A8F71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44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213D-A462-497B-9E39-3669A48042F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98DB-2AE0-4F45-943C-B408A8F71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57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213D-A462-497B-9E39-3669A48042F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98DB-2AE0-4F45-943C-B408A8F71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058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213D-A462-497B-9E39-3669A48042F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98DB-2AE0-4F45-943C-B408A8F71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49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213D-A462-497B-9E39-3669A48042F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98DB-2AE0-4F45-943C-B408A8F71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17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213D-A462-497B-9E39-3669A48042F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98DB-2AE0-4F45-943C-B408A8F71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7262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213D-A462-497B-9E39-3669A48042F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98DB-2AE0-4F45-943C-B408A8F71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27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213D-A462-497B-9E39-3669A48042F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98DB-2AE0-4F45-943C-B408A8F71B1C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26743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213D-A462-497B-9E39-3669A48042F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98DB-2AE0-4F45-943C-B408A8F71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1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213D-A462-497B-9E39-3669A48042F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98DB-2AE0-4F45-943C-B408A8F71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633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213D-A462-497B-9E39-3669A48042F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98DB-2AE0-4F45-943C-B408A8F71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60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213D-A462-497B-9E39-3669A48042F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98DB-2AE0-4F45-943C-B408A8F71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458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E213D-A462-497B-9E39-3669A48042F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698DB-2AE0-4F45-943C-B408A8F71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10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E213D-A462-497B-9E39-3669A48042F4}" type="datetimeFigureOut">
              <a:rPr lang="en-US" smtClean="0"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698DB-2AE0-4F45-943C-B408A8F71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96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9B45C-7747-4AE8-B507-E66712241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57835"/>
            <a:ext cx="9144000" cy="798327"/>
          </a:xfrm>
          <a:noFill/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accent6">
                    <a:lumMod val="50000"/>
                  </a:schemeClr>
                </a:solidFill>
                <a:latin typeface="Montserrat Alternates Black" panose="00000A00000000000000" pitchFamily="50" charset="0"/>
              </a:rPr>
              <a:t>HEALTHCARE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7C2757-117A-4ABC-8F40-17B30BE541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2060528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Title: Healthcare Dataset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Name: Okunmuyide Emmanuel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Tool: Microsoft Excel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Bahnschrift SemiLight" panose="020B0502040204020203" pitchFamily="34" charset="0"/>
              </a:rPr>
              <a:t>Source: Kaggle.com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B2E847-CD51-4410-BCFC-E7DD7252BE53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346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76E7-B2E3-41DD-BE05-26B959451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Montserrat Alternates Black" panose="00000A00000000000000" pitchFamily="50" charset="0"/>
              </a:rPr>
              <a:t>Overview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BE9D796-4385-4460-B82D-A5DA75DC7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36657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Bahnschrift SemiLight" panose="020B0502040204020203" pitchFamily="34" charset="0"/>
              </a:rPr>
              <a:t>Objectives: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About Healthcare Sectors.</a:t>
            </a:r>
          </a:p>
          <a:p>
            <a:r>
              <a:rPr lang="en-US" b="0" i="0" dirty="0">
                <a:effectLst/>
                <a:latin typeface="Bahnschrift SemiLight" panose="020B0502040204020203" pitchFamily="34" charset="0"/>
              </a:rPr>
              <a:t>It is designed to mimic real-world healthcare data, enabling users to practice, develop, and showcase their data manipulation and analysis skills in the context of the healthcare industry</a:t>
            </a: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.</a:t>
            </a:r>
          </a:p>
          <a:p>
            <a:r>
              <a:rPr lang="en-US" b="0" i="0" dirty="0">
                <a:effectLst/>
                <a:latin typeface="inherit"/>
              </a:rPr>
              <a:t>It includes various attributes, such as patient demographics, medical conditions, admission details, and more.</a:t>
            </a:r>
          </a:p>
          <a:p>
            <a:endParaRPr lang="en-US" b="0" i="0" dirty="0">
              <a:effectLst/>
              <a:latin typeface="inherit"/>
            </a:endParaRPr>
          </a:p>
          <a:p>
            <a:pPr marL="0" indent="0">
              <a:buNone/>
            </a:pPr>
            <a:endParaRPr lang="en-US" dirty="0">
              <a:latin typeface="Bahnschrift SemiLight" panose="020B0502040204020203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CF03008-17D9-4BE0-B6F9-909D5EE47ED5}"/>
              </a:ext>
            </a:extLst>
          </p:cNvPr>
          <p:cNvSpPr txBox="1">
            <a:spLocks/>
          </p:cNvSpPr>
          <p:nvPr/>
        </p:nvSpPr>
        <p:spPr>
          <a:xfrm>
            <a:off x="1524000" y="1057835"/>
            <a:ext cx="9144000" cy="798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latin typeface="Montserrat Alternates Black" panose="00000A00000000000000" pitchFamily="50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E99EBC6-2A48-4C96-873A-AEE1FB70F85E}"/>
              </a:ext>
            </a:extLst>
          </p:cNvPr>
          <p:cNvSpPr txBox="1">
            <a:spLocks/>
          </p:cNvSpPr>
          <p:nvPr/>
        </p:nvSpPr>
        <p:spPr>
          <a:xfrm>
            <a:off x="1524000" y="2601119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Bahnschrift SemiLight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4BC30B-21D1-4A6C-A543-008C7E618820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81C1E7-5D83-4BFC-9232-0FD74DA6D58D}"/>
              </a:ext>
            </a:extLst>
          </p:cNvPr>
          <p:cNvSpPr txBox="1"/>
          <p:nvPr/>
        </p:nvSpPr>
        <p:spPr>
          <a:xfrm>
            <a:off x="3756212" y="1159709"/>
            <a:ext cx="6167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C4043"/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274947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91BC5-63DF-4A07-B999-A3458038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Montserrat Alternates Black" panose="00000A00000000000000" pitchFamily="50" charset="0"/>
              </a:rPr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097C8-E1DF-436E-8D0E-D711B36A2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ahnschrift SemiLight" panose="020B0502040204020203" pitchFamily="34" charset="0"/>
              </a:rPr>
              <a:t>Data Cleaning (Name)</a:t>
            </a:r>
          </a:p>
          <a:p>
            <a:r>
              <a:rPr lang="en-US" dirty="0">
                <a:latin typeface="Bahnschrift SemiLight" panose="020B0502040204020203" pitchFamily="34" charset="0"/>
              </a:rPr>
              <a:t>Age Group has added</a:t>
            </a:r>
          </a:p>
          <a:p>
            <a:r>
              <a:rPr lang="en-US" dirty="0">
                <a:latin typeface="Bahnschrift SemiLight" panose="020B0502040204020203" pitchFamily="34" charset="0"/>
              </a:rPr>
              <a:t>Change the CSV file to Excel File after Extracting it.</a:t>
            </a:r>
          </a:p>
          <a:p>
            <a:pPr marL="0" indent="0">
              <a:buNone/>
            </a:pPr>
            <a:endParaRPr lang="en-US" dirty="0">
              <a:latin typeface="Bahnschrift SemiLight" panose="020B0502040204020203" pitchFamily="34" charset="0"/>
            </a:endParaRPr>
          </a:p>
          <a:p>
            <a:pPr marL="0" indent="0">
              <a:buNone/>
            </a:pPr>
            <a:endParaRPr lang="en-US" dirty="0">
              <a:latin typeface="Bahnschrift SemiLight" panose="020B0502040204020203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329C5D-0A65-4134-8D19-DD8F43DD171D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07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6FE10-571F-4B71-B80E-FB0609A92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Montserrat Alternates Black" panose="00000A00000000000000" pitchFamily="50" charset="0"/>
              </a:rPr>
              <a:t>Data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AB597-9239-48B5-B34A-6BB165CD2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Bahnschrift SemiLight" panose="020B0502040204020203" pitchFamily="34" charset="0"/>
              </a:rPr>
              <a:t>Male has admitted more than Female in the hospital</a:t>
            </a:r>
          </a:p>
          <a:p>
            <a:r>
              <a:rPr lang="en-US" dirty="0">
                <a:latin typeface="Bahnschrift SemiLight" panose="020B0502040204020203" pitchFamily="34" charset="0"/>
              </a:rPr>
              <a:t>AB+ has the highest number of blood type in the hospital</a:t>
            </a:r>
          </a:p>
          <a:p>
            <a:r>
              <a:rPr lang="en-US" dirty="0">
                <a:latin typeface="Bahnschrift SemiLight" panose="020B0502040204020203" pitchFamily="34" charset="0"/>
              </a:rPr>
              <a:t>Test Result of Abnormal came out the most of all result</a:t>
            </a:r>
          </a:p>
          <a:p>
            <a:r>
              <a:rPr lang="en-US" dirty="0">
                <a:latin typeface="Bahnschrift SemiLight" panose="020B0502040204020203" pitchFamily="34" charset="0"/>
              </a:rPr>
              <a:t>Adult are the Highest Number of Medical Conditions</a:t>
            </a:r>
          </a:p>
          <a:p>
            <a:r>
              <a:rPr lang="en-US" dirty="0">
                <a:latin typeface="Bahnschrift SemiLight" panose="020B0502040204020203" pitchFamily="34" charset="0"/>
              </a:rPr>
              <a:t>People have the highest number of diabetes of all conditions</a:t>
            </a:r>
          </a:p>
          <a:p>
            <a:endParaRPr lang="en-US" dirty="0">
              <a:latin typeface="Bahnschrift SemiLight" panose="020B0502040204020203" pitchFamily="34" charset="0"/>
            </a:endParaRPr>
          </a:p>
          <a:p>
            <a:endParaRPr lang="en-US" dirty="0">
              <a:latin typeface="Bahnschrift SemiLight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6DA7E1-CAD6-45FA-9723-E918DC04EE91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850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47D1A-6D78-4410-B237-B2B475B1B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9FD4ACE-992A-4898-94C8-B280631AFB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00800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178BD93-0FAC-4A3F-87F4-E24814CF5199}"/>
              </a:ext>
            </a:extLst>
          </p:cNvPr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075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69</TotalTime>
  <Words>151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Bahnschrift SemiLight</vt:lpstr>
      <vt:lpstr>inherit</vt:lpstr>
      <vt:lpstr>Inter</vt:lpstr>
      <vt:lpstr>Montserrat Alternates Black</vt:lpstr>
      <vt:lpstr>Tw Cen MT</vt:lpstr>
      <vt:lpstr>Circuit</vt:lpstr>
      <vt:lpstr>HEALTHCARE DATASET</vt:lpstr>
      <vt:lpstr>Overview</vt:lpstr>
      <vt:lpstr>Data cleaning</vt:lpstr>
      <vt:lpstr>Data Insights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DATASET</dc:title>
  <dc:creator>Okunmuyide Emmanuel</dc:creator>
  <cp:lastModifiedBy>Okunmuyide Emmanuel</cp:lastModifiedBy>
  <cp:revision>7</cp:revision>
  <dcterms:created xsi:type="dcterms:W3CDTF">2025-05-08T09:34:48Z</dcterms:created>
  <dcterms:modified xsi:type="dcterms:W3CDTF">2025-05-08T10:43:58Z</dcterms:modified>
</cp:coreProperties>
</file>